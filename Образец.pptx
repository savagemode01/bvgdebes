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2"/>
  </p:notesMasterIdLst>
  <p:sldIdLst>
    <p:sldId id="256" r:id="rId2"/>
    <p:sldId id="259" r:id="rId3"/>
    <p:sldId id="258" r:id="rId4"/>
    <p:sldId id="283" r:id="rId5"/>
    <p:sldId id="285" r:id="rId6"/>
    <p:sldId id="286" r:id="rId7"/>
    <p:sldId id="270" r:id="rId8"/>
    <p:sldId id="271" r:id="rId9"/>
    <p:sldId id="275" r:id="rId10"/>
    <p:sldId id="260" r:id="rId11"/>
    <p:sldId id="288" r:id="rId12"/>
    <p:sldId id="289" r:id="rId13"/>
    <p:sldId id="261" r:id="rId14"/>
    <p:sldId id="262" r:id="rId15"/>
    <p:sldId id="287" r:id="rId16"/>
    <p:sldId id="263" r:id="rId17"/>
    <p:sldId id="264" r:id="rId18"/>
    <p:sldId id="265" r:id="rId19"/>
    <p:sldId id="290" r:id="rId20"/>
    <p:sldId id="284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72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349C4-61D0-4904-9382-712D7D69E63E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174AA-3E4E-479E-84B7-494AEB6831A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275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5643012"/>
      </p:ext>
    </p:extLst>
  </p:cSld>
  <p:clrMapOvr>
    <a:masterClrMapping/>
  </p:clrMapOvr>
  <p:transition spd="slow">
    <p:fade/>
    <p:sndAc>
      <p:endSnd/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7120725"/>
      </p:ext>
    </p:extLst>
  </p:cSld>
  <p:clrMapOvr>
    <a:masterClrMapping/>
  </p:clrMapOvr>
  <p:transition spd="slow">
    <p:fade/>
    <p:sndAc>
      <p:endSnd/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0688665"/>
      </p:ext>
    </p:extLst>
  </p:cSld>
  <p:clrMapOvr>
    <a:masterClrMapping/>
  </p:clrMapOvr>
  <p:transition spd="slow">
    <p:fade/>
    <p:sndAc>
      <p:endSnd/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3434296"/>
      </p:ext>
    </p:extLst>
  </p:cSld>
  <p:clrMapOvr>
    <a:masterClrMapping/>
  </p:clrMapOvr>
  <p:transition spd="slow">
    <p:fade/>
    <p:sndAc>
      <p:endSnd/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4956574"/>
      </p:ext>
    </p:extLst>
  </p:cSld>
  <p:clrMapOvr>
    <a:masterClrMapping/>
  </p:clrMapOvr>
  <p:transition spd="slow">
    <p:fade/>
    <p:sndAc>
      <p:endSnd/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8975522"/>
      </p:ext>
    </p:extLst>
  </p:cSld>
  <p:clrMapOvr>
    <a:masterClrMapping/>
  </p:clrMapOvr>
  <p:transition spd="slow">
    <p:fade/>
    <p:sndAc>
      <p:endSnd/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7834741"/>
      </p:ext>
    </p:extLst>
  </p:cSld>
  <p:clrMapOvr>
    <a:masterClrMapping/>
  </p:clrMapOvr>
  <p:transition spd="slow">
    <p:fade/>
    <p:sndAc>
      <p:endSnd/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1425850"/>
      </p:ext>
    </p:extLst>
  </p:cSld>
  <p:clrMapOvr>
    <a:masterClrMapping/>
  </p:clrMapOvr>
  <p:transition spd="slow">
    <p:fade/>
    <p:sndAc>
      <p:endSnd/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dirty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8476887"/>
      </p:ext>
    </p:extLst>
  </p:cSld>
  <p:clrMapOvr>
    <a:masterClrMapping/>
  </p:clrMapOvr>
  <p:transition spd="slow">
    <p:fade/>
    <p:sndAc>
      <p:endSnd/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3194279"/>
      </p:ext>
    </p:extLst>
  </p:cSld>
  <p:clrMapOvr>
    <a:masterClrMapping/>
  </p:clrMapOvr>
  <p:transition spd="slow">
    <p:fade/>
    <p:sndAc>
      <p:endSnd/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1406063"/>
      </p:ext>
    </p:extLst>
  </p:cSld>
  <p:clrMapOvr>
    <a:masterClrMapping/>
  </p:clrMapOvr>
  <p:transition spd="slow">
    <p:fade/>
    <p:sndAc>
      <p:endSnd/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1">
                <a:lumMod val="90000"/>
              </a:schemeClr>
            </a:gs>
            <a:gs pos="100000">
              <a:srgbClr val="5BADAD"/>
            </a:gs>
          </a:gsLst>
          <a:path path="rect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1177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fld id="{B4C71EC6-210F-42DE-9C53-41977AD35B3D}" type="datetimeFigureOut">
              <a:rPr lang="ru-RU" smtClean="0"/>
              <a:t>29.01.2025</a:t>
            </a:fld>
            <a:endParaRPr lang="ru-RU" dirty="0"/>
          </a:p>
        </p:txBody>
      </p:sp>
      <p:sp>
        <p:nvSpPr>
          <p:cNvPr id="1177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endParaRPr lang="ru-RU" dirty="0"/>
          </a:p>
        </p:txBody>
      </p:sp>
      <p:sp>
        <p:nvSpPr>
          <p:cNvPr id="1177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 spd="slow">
    <p:fade/>
    <p:sndAc>
      <p:endSnd/>
    </p:sndAc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2916238" cy="6858000"/>
          </a:xfrm>
          <a:prstGeom prst="rect">
            <a:avLst/>
          </a:prstGeom>
          <a:gradFill rotWithShape="1">
            <a:gsLst>
              <a:gs pos="0">
                <a:srgbClr val="003399">
                  <a:alpha val="80000"/>
                </a:srgbClr>
              </a:gs>
              <a:gs pos="50000">
                <a:srgbClr val="003399">
                  <a:gamma/>
                  <a:tint val="66667"/>
                  <a:invGamma/>
                </a:srgbClr>
              </a:gs>
              <a:gs pos="100000">
                <a:srgbClr val="003399">
                  <a:alpha val="8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 dirty="0"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1628775"/>
          </a:xfrm>
          <a:prstGeom prst="rect">
            <a:avLst/>
          </a:prstGeom>
          <a:gradFill rotWithShape="1">
            <a:gsLst>
              <a:gs pos="0">
                <a:srgbClr val="000080">
                  <a:alpha val="58000"/>
                </a:srgbClr>
              </a:gs>
              <a:gs pos="50000">
                <a:srgbClr val="000080">
                  <a:gamma/>
                  <a:tint val="53333"/>
                  <a:invGamma/>
                </a:srgbClr>
              </a:gs>
              <a:gs pos="100000">
                <a:srgbClr val="000080">
                  <a:alpha val="58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 dirty="0">
              <a:cs typeface="+mn-cs"/>
            </a:endParaRPr>
          </a:p>
        </p:txBody>
      </p:sp>
      <p:pic>
        <p:nvPicPr>
          <p:cNvPr id="6" name="Picture 4" descr="новый логотип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60350"/>
            <a:ext cx="2232025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048000" y="533400"/>
            <a:ext cx="5905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БПОУ РА «Горно-Алтайский государственный политехнический колледж им. М. З. Гнездилова» </a:t>
            </a:r>
          </a:p>
        </p:txBody>
      </p:sp>
      <p:sp>
        <p:nvSpPr>
          <p:cNvPr id="9" name="Прямоугольник 13"/>
          <p:cNvSpPr>
            <a:spLocks noChangeArrowheads="1"/>
          </p:cNvSpPr>
          <p:nvPr/>
        </p:nvSpPr>
        <p:spPr bwMode="auto">
          <a:xfrm>
            <a:off x="0" y="3276600"/>
            <a:ext cx="29718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2023-2024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учебный год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группа 1210</a:t>
            </a:r>
          </a:p>
          <a:p>
            <a:pPr algn="ctr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12"/>
          <p:cNvSpPr>
            <a:spLocks noChangeArrowheads="1"/>
          </p:cNvSpPr>
          <p:nvPr/>
        </p:nvSpPr>
        <p:spPr bwMode="auto">
          <a:xfrm>
            <a:off x="3234861" y="5013176"/>
            <a:ext cx="5638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Выполнил: студент Донгак Сенги-Доржу Монгун-оолович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Руководитель: 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Карабаева Раиса Рушановна</a:t>
            </a:r>
          </a:p>
        </p:txBody>
      </p:sp>
      <p:sp>
        <p:nvSpPr>
          <p:cNvPr id="11" name="TextBox 11"/>
          <p:cNvSpPr txBox="1">
            <a:spLocks noChangeArrowheads="1"/>
          </p:cNvSpPr>
          <p:nvPr/>
        </p:nvSpPr>
        <p:spPr bwMode="auto">
          <a:xfrm>
            <a:off x="2930061" y="2828835"/>
            <a:ext cx="62484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Разработка приложения по продаже и приготовлению блюд «Мои рецепты»</a:t>
            </a:r>
          </a:p>
        </p:txBody>
      </p:sp>
    </p:spTree>
    <p:extLst>
      <p:ext uri="{BB962C8B-B14F-4D97-AF65-F5344CB8AC3E}">
        <p14:creationId xmlns:p14="http://schemas.microsoft.com/office/powerpoint/2010/main" val="3555094395"/>
      </p:ext>
    </p:extLst>
  </p:cSld>
  <p:clrMapOvr>
    <a:masterClrMapping/>
  </p:clrMapOvr>
  <p:transition spd="slow">
    <p:fade/>
    <p:sndAc>
      <p:endSnd/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575556" y="1772816"/>
            <a:ext cx="79928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Объект  исследования:  технология разработки программного обеспечения</a:t>
            </a:r>
          </a:p>
          <a:p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Предмет  исследования:  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разработка приложения по продаже и приготовлению блюд «Мои рецепты»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67544" y="261616"/>
            <a:ext cx="85595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Объект и предмет исследования: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59855106"/>
      </p:ext>
    </p:extLst>
  </p:cSld>
  <p:clrMapOvr>
    <a:masterClrMapping/>
  </p:clrMapOvr>
  <p:transition spd="slow">
    <p:fade/>
    <p:sndAc>
      <p:endSnd/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536" y="260648"/>
            <a:ext cx="83656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Цели и задачи работы:</a:t>
            </a:r>
            <a:endParaRPr lang="ru-RU" sz="3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83568" y="1196752"/>
            <a:ext cx="82809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Цель:  Разработка десктопного приложения «Мои рецепты».</a:t>
            </a:r>
          </a:p>
          <a:p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Задачи:</a:t>
            </a:r>
          </a:p>
          <a:p>
            <a:pPr marL="342900" lvl="0" indent="-342900">
              <a:buFont typeface="Times New Roman" pitchFamily="18" charset="0"/>
              <a:buChar char="‒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изучить основные процессы в подобных приложениях;</a:t>
            </a:r>
          </a:p>
          <a:p>
            <a:pPr marL="342900" lvl="0" indent="-342900">
              <a:buFont typeface="Times New Roman" pitchFamily="18" charset="0"/>
              <a:buChar char="‒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спроектировать логическую модель;</a:t>
            </a:r>
          </a:p>
          <a:p>
            <a:pPr marL="342900" lvl="0" indent="-342900">
              <a:buFont typeface="Times New Roman" pitchFamily="18" charset="0"/>
              <a:buChar char="‒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спроектировать физическую модель;</a:t>
            </a:r>
          </a:p>
          <a:p>
            <a:pPr marL="342900" lvl="0" indent="-342900">
              <a:buFont typeface="Times New Roman" pitchFamily="18" charset="0"/>
              <a:buChar char="‒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создать приложение, позволяющую упростить процесс учета и контроля;</a:t>
            </a:r>
          </a:p>
          <a:p>
            <a:pPr marL="342900" lvl="0" indent="-342900">
              <a:buFont typeface="Times New Roman" pitchFamily="18" charset="0"/>
              <a:buChar char="‒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создать дружелюбный пользовательский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2305582835"/>
      </p:ext>
    </p:extLst>
  </p:cSld>
  <p:clrMapOvr>
    <a:masterClrMapping/>
  </p:clrMapOvr>
  <p:transition spd="slow">
    <p:fade/>
    <p:sndAc>
      <p:endSnd/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прецедентов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1D40887-8392-4620-BE1F-CFE0ADF1F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1196751"/>
            <a:ext cx="8424936" cy="5649859"/>
          </a:xfrm>
        </p:spPr>
      </p:pic>
    </p:spTree>
    <p:extLst>
      <p:ext uri="{BB962C8B-B14F-4D97-AF65-F5344CB8AC3E}">
        <p14:creationId xmlns:p14="http://schemas.microsoft.com/office/powerpoint/2010/main" val="1230587676"/>
      </p:ext>
    </p:extLst>
  </p:cSld>
  <p:clrMapOvr>
    <a:masterClrMapping/>
  </p:clrMapOvr>
  <p:transition spd="slow">
    <p:fade/>
    <p:sndAc>
      <p:endSnd/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1041918-5F8B-0D6D-0002-FFB986F66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последовательности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01BD383-1BBD-B8EA-4F7D-7CE3F19CB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44520"/>
            <a:ext cx="7715200" cy="57251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5877319"/>
      </p:ext>
    </p:extLst>
  </p:cSld>
  <p:clrMapOvr>
    <a:masterClrMapping/>
  </p:clrMapOvr>
  <p:transition spd="slow">
    <p:fade/>
    <p:sndAc>
      <p:endSnd/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0CB7A8-D0E5-C8E2-D0A9-94283B3B7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деятельности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F2F15B-A033-227D-5674-15DB533CA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219137"/>
            <a:ext cx="3770219" cy="55378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4547808"/>
      </p:ext>
    </p:extLst>
  </p:cSld>
  <p:clrMapOvr>
    <a:masterClrMapping/>
  </p:clrMapOvr>
  <p:transition spd="slow">
    <p:fade/>
    <p:sndAc>
      <p:endSnd/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BD7A18-FA06-D518-3DA6-E042C4DF7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186" y="1052735"/>
            <a:ext cx="6883357" cy="568863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34595A1-2E4A-35E3-4DE2-0CB62A7F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ER-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диаграмма</a:t>
            </a:r>
          </a:p>
        </p:txBody>
      </p:sp>
    </p:spTree>
    <p:extLst>
      <p:ext uri="{BB962C8B-B14F-4D97-AF65-F5344CB8AC3E}">
        <p14:creationId xmlns:p14="http://schemas.microsoft.com/office/powerpoint/2010/main" val="2653705821"/>
      </p:ext>
    </p:extLst>
  </p:cSld>
  <p:clrMapOvr>
    <a:masterClrMapping/>
  </p:clrMapOvr>
  <p:transition spd="slow">
    <p:fade/>
    <p:sndAc>
      <p:endSnd/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33013" y="164812"/>
            <a:ext cx="68779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Физическая организация базы данных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43071" y="2163331"/>
            <a:ext cx="1895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Таблица «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User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4D8D87-1846-4247-9CE2-DE3B2F0EC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19" y="996484"/>
            <a:ext cx="3384376" cy="1166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E0F05B6-E422-3506-CE8F-B6AE5C052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17" y="2890924"/>
            <a:ext cx="3384376" cy="92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232F2C7-1A67-DECD-2E00-1254DD0F9C8C}"/>
              </a:ext>
            </a:extLst>
          </p:cNvPr>
          <p:cNvSpPr/>
          <p:nvPr/>
        </p:nvSpPr>
        <p:spPr>
          <a:xfrm>
            <a:off x="1343070" y="3903364"/>
            <a:ext cx="1895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Таблица «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Role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5E9EB9F-8619-FD2E-BC8E-876857CA2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045" y="4476903"/>
            <a:ext cx="4929908" cy="1276263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8D9DB6-C415-1984-6FA7-C69FD0D6F12F}"/>
              </a:ext>
            </a:extLst>
          </p:cNvPr>
          <p:cNvSpPr/>
          <p:nvPr/>
        </p:nvSpPr>
        <p:spPr>
          <a:xfrm>
            <a:off x="2920745" y="5758284"/>
            <a:ext cx="3302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Таблица «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IngredientOfStage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B78A57C-8FFB-07C9-98C2-A5E993CF5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207" y="1030273"/>
            <a:ext cx="3376543" cy="1099268"/>
          </a:xfrm>
          <a:prstGeom prst="rect">
            <a:avLst/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EB9AF0A-9A85-DE9D-0ED2-38D4A13BAEF7}"/>
              </a:ext>
            </a:extLst>
          </p:cNvPr>
          <p:cNvSpPr/>
          <p:nvPr/>
        </p:nvSpPr>
        <p:spPr>
          <a:xfrm>
            <a:off x="5417836" y="2169104"/>
            <a:ext cx="28632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Таблица «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CookingStage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974C5AF-4BFC-9850-F7B5-1D1E36D616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1206" y="2804562"/>
            <a:ext cx="3376543" cy="1098802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838B923-A813-153B-92E3-C06486C1E440}"/>
              </a:ext>
            </a:extLst>
          </p:cNvPr>
          <p:cNvSpPr/>
          <p:nvPr/>
        </p:nvSpPr>
        <p:spPr>
          <a:xfrm>
            <a:off x="5618210" y="3908118"/>
            <a:ext cx="24625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Таблица «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Ingredient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941979678"/>
      </p:ext>
    </p:extLst>
  </p:cSld>
  <p:clrMapOvr>
    <a:masterClrMapping/>
  </p:clrMapOvr>
  <p:transition spd="slow">
    <p:fade/>
    <p:sndAc>
      <p:endSnd/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87EFD5-4E67-450D-6CDC-9C4B5DA3C5C6}"/>
              </a:ext>
            </a:extLst>
          </p:cNvPr>
          <p:cNvSpPr/>
          <p:nvPr/>
        </p:nvSpPr>
        <p:spPr>
          <a:xfrm>
            <a:off x="1133013" y="164812"/>
            <a:ext cx="68779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Физическая организация базы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153E73-2242-6FA6-42CA-A434045BC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9" y="1079211"/>
            <a:ext cx="3816425" cy="811417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34B99E9-1672-D24D-21CB-C564F2C643C8}"/>
              </a:ext>
            </a:extLst>
          </p:cNvPr>
          <p:cNvSpPr/>
          <p:nvPr/>
        </p:nvSpPr>
        <p:spPr>
          <a:xfrm>
            <a:off x="1586662" y="1890628"/>
            <a:ext cx="18662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Таблица «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Unit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224DC8-DD2B-E527-9F42-79EAABB32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2512639"/>
            <a:ext cx="3806553" cy="170531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033F613-F1D7-8D3A-C38C-0E05751CE59D}"/>
              </a:ext>
            </a:extLst>
          </p:cNvPr>
          <p:cNvSpPr/>
          <p:nvPr/>
        </p:nvSpPr>
        <p:spPr>
          <a:xfrm>
            <a:off x="1557808" y="4217953"/>
            <a:ext cx="1895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Таблица «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Dish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3FB5619-3D59-08BE-C2EE-C97ED37B9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888" y="1054538"/>
            <a:ext cx="3806553" cy="860761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DD130A0-A86E-B7FF-DE94-E21ED4E06F4F}"/>
              </a:ext>
            </a:extLst>
          </p:cNvPr>
          <p:cNvSpPr/>
          <p:nvPr/>
        </p:nvSpPr>
        <p:spPr>
          <a:xfrm>
            <a:off x="5474806" y="1890628"/>
            <a:ext cx="23503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Таблица «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Category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60FF8BB-D51E-9DB1-43AC-31F0784D4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6690" y="2581110"/>
            <a:ext cx="3806554" cy="1636843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804E97A-B2B3-97D5-E596-5EFCA47E1354}"/>
              </a:ext>
            </a:extLst>
          </p:cNvPr>
          <p:cNvSpPr/>
          <p:nvPr/>
        </p:nvSpPr>
        <p:spPr>
          <a:xfrm>
            <a:off x="5595832" y="4217953"/>
            <a:ext cx="21082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Таблица «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Orders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3543113101"/>
      </p:ext>
    </p:extLst>
  </p:cSld>
  <p:clrMapOvr>
    <a:masterClrMapping/>
  </p:clrMapOvr>
  <p:transition spd="slow">
    <p:fade/>
    <p:sndAc>
      <p:endSnd/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838200" y="152400"/>
            <a:ext cx="769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Форма «Авторизация»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5F3D428-E465-3264-99AC-D88EF7A62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41" y="920507"/>
            <a:ext cx="7838918" cy="501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97816"/>
      </p:ext>
    </p:extLst>
  </p:cSld>
  <p:clrMapOvr>
    <a:masterClrMapping/>
  </p:clrMapOvr>
  <p:transition spd="slow">
    <p:fade/>
    <p:sndAc>
      <p:endSnd/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838200" y="152400"/>
            <a:ext cx="769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Форма «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Капча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»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F73DA5-9EA9-B50D-DA8C-A819980EA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45" y="986621"/>
            <a:ext cx="8061910" cy="488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90909"/>
      </p:ext>
    </p:extLst>
  </p:cSld>
  <p:clrMapOvr>
    <a:masterClrMapping/>
  </p:clrMapOvr>
  <p:transition spd="slow">
    <p:fade/>
    <p:sndAc>
      <p:endSnd/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838200" y="152400"/>
            <a:ext cx="769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Окно «Регистрации»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277B700-7752-709E-58B5-87ADD770A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90" y="973979"/>
            <a:ext cx="8207419" cy="491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77050"/>
      </p:ext>
    </p:extLst>
  </p:cSld>
  <p:clrMapOvr>
    <a:masterClrMapping/>
  </p:clrMapOvr>
  <p:transition spd="slow">
    <p:fade/>
    <p:sndAc>
      <p:endSnd/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838200" y="152400"/>
            <a:ext cx="769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Форма «Список блюд»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D0948C-E502-EC48-37BA-DC628EC33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184" y="860286"/>
            <a:ext cx="7622232" cy="552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643867"/>
      </p:ext>
    </p:extLst>
  </p:cSld>
  <p:clrMapOvr>
    <a:masterClrMapping/>
  </p:clrMapOvr>
  <p:transition spd="slow">
    <p:fade/>
    <p:sndAc>
      <p:endSnd/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-259396" y="836601"/>
            <a:ext cx="524596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Форма</a:t>
            </a:r>
          </a:p>
          <a:p>
            <a:pPr algn="ctr" eaLnBrk="1" hangingPunct="1"/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«Добавление блюда»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4395371" y="836712"/>
            <a:ext cx="4824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Форма «Редактирование»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7ECDAE-B7A5-D554-53DB-CBEBCA103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1" y="2132856"/>
            <a:ext cx="4465434" cy="321511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F6C541-10AA-6603-108C-12CCB8F86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156" y="2132745"/>
            <a:ext cx="4485589" cy="321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548912"/>
      </p:ext>
    </p:extLst>
  </p:cSld>
  <p:clrMapOvr>
    <a:masterClrMapping/>
  </p:clrMapOvr>
  <p:transition spd="slow">
    <p:fade/>
    <p:sndAc>
      <p:endSnd/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838200" y="152400"/>
            <a:ext cx="769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Форма «Список блюд»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44D00F-AD6C-4855-C92D-61FDE71A8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84" y="860286"/>
            <a:ext cx="7622232" cy="551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1569"/>
      </p:ext>
    </p:extLst>
  </p:cSld>
  <p:clrMapOvr>
    <a:masterClrMapping/>
  </p:clrMapOvr>
  <p:transition spd="slow">
    <p:fade/>
    <p:sndAc>
      <p:endSnd/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1DDAAA43-DFFA-250F-47B2-3ED34C870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8520" y="836712"/>
            <a:ext cx="524596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Форма</a:t>
            </a:r>
          </a:p>
          <a:p>
            <a:pPr algn="ctr" eaLnBrk="1" hangingPunct="1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«Добавление ингредиента»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0754A03-231F-8883-BB69-D75B20CFD805}"/>
              </a:ext>
            </a:extLst>
          </p:cNvPr>
          <p:cNvSpPr/>
          <p:nvPr/>
        </p:nvSpPr>
        <p:spPr>
          <a:xfrm>
            <a:off x="4395371" y="836712"/>
            <a:ext cx="48245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Форма</a:t>
            </a:r>
          </a:p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«Редактирование»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ECE945C-5FAA-C905-0787-32138F558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68" y="2060848"/>
            <a:ext cx="4130903" cy="297031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0EEE1B2-638D-F0CF-7250-ED7EB2779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2093075"/>
            <a:ext cx="4519180" cy="290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2216"/>
      </p:ext>
    </p:extLst>
  </p:cSld>
  <p:clrMapOvr>
    <a:masterClrMapping/>
  </p:clrMapOvr>
  <p:transition spd="slow">
    <p:fade/>
    <p:sndAc>
      <p:endSnd/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838200" y="152400"/>
            <a:ext cx="769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Форма «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PageCurrentRecipes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4F7DAD-F5A4-D6AE-F8FC-EA4C05F8E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93" y="956538"/>
            <a:ext cx="7756214" cy="494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25765"/>
      </p:ext>
    </p:extLst>
  </p:cSld>
  <p:clrMapOvr>
    <a:masterClrMapping/>
  </p:clrMapOvr>
  <p:transition spd="slow">
    <p:fade/>
    <p:sndAc>
      <p:endSnd/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F8A35A0D-BDA8-3D57-8ADC-6A6357540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"/>
            <a:ext cx="769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Форма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«Описание»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29E0AF5-BE99-BEC3-DDB5-F10366DD5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31" y="1115843"/>
            <a:ext cx="7951537" cy="462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66986"/>
      </p:ext>
    </p:extLst>
  </p:cSld>
  <p:clrMapOvr>
    <a:masterClrMapping/>
  </p:clrMapOvr>
  <p:transition spd="slow">
    <p:fade/>
    <p:sndAc>
      <p:endSnd/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F8A35A0D-BDA8-3D57-8ADC-6A6357540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"/>
            <a:ext cx="7696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Форма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«Заказы»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91E0780-C2DB-94AA-60B8-BDA1A01FE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88" y="1115843"/>
            <a:ext cx="7951824" cy="462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777457"/>
      </p:ext>
    </p:extLst>
  </p:cSld>
  <p:clrMapOvr>
    <a:masterClrMapping/>
  </p:clrMapOvr>
  <p:transition spd="slow">
    <p:fade/>
    <p:sndAc>
      <p:endSnd/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2916238" cy="6858000"/>
          </a:xfrm>
          <a:prstGeom prst="rect">
            <a:avLst/>
          </a:prstGeom>
          <a:gradFill rotWithShape="1">
            <a:gsLst>
              <a:gs pos="0">
                <a:srgbClr val="003399">
                  <a:alpha val="80000"/>
                </a:srgbClr>
              </a:gs>
              <a:gs pos="50000">
                <a:srgbClr val="003399">
                  <a:gamma/>
                  <a:tint val="66667"/>
                  <a:invGamma/>
                </a:srgbClr>
              </a:gs>
              <a:gs pos="100000">
                <a:srgbClr val="003399">
                  <a:alpha val="8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 dirty="0"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0"/>
            <a:ext cx="9144000" cy="1628775"/>
          </a:xfrm>
          <a:prstGeom prst="rect">
            <a:avLst/>
          </a:prstGeom>
          <a:gradFill rotWithShape="1">
            <a:gsLst>
              <a:gs pos="0">
                <a:srgbClr val="000080">
                  <a:alpha val="58000"/>
                </a:srgbClr>
              </a:gs>
              <a:gs pos="50000">
                <a:srgbClr val="000080">
                  <a:gamma/>
                  <a:tint val="53333"/>
                  <a:invGamma/>
                </a:srgbClr>
              </a:gs>
              <a:gs pos="100000">
                <a:srgbClr val="000080">
                  <a:alpha val="58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 dirty="0">
              <a:cs typeface="+mn-cs"/>
            </a:endParaRPr>
          </a:p>
        </p:txBody>
      </p:sp>
      <p:pic>
        <p:nvPicPr>
          <p:cNvPr id="6" name="Picture 4" descr="новый логотип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60350"/>
            <a:ext cx="2232025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048000" y="533400"/>
            <a:ext cx="5905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БПОУ РА «Горно-Алтайский государственный политехнический колледж им. М. З. Гнездилова» </a:t>
            </a:r>
          </a:p>
        </p:txBody>
      </p:sp>
      <p:sp>
        <p:nvSpPr>
          <p:cNvPr id="9" name="Прямоугольник 13"/>
          <p:cNvSpPr>
            <a:spLocks noChangeArrowheads="1"/>
          </p:cNvSpPr>
          <p:nvPr/>
        </p:nvSpPr>
        <p:spPr bwMode="auto">
          <a:xfrm>
            <a:off x="0" y="3276600"/>
            <a:ext cx="29718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2023-2024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учебный год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группа 1210</a:t>
            </a:r>
          </a:p>
          <a:p>
            <a:pPr algn="ctr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12"/>
          <p:cNvSpPr>
            <a:spLocks noChangeArrowheads="1"/>
          </p:cNvSpPr>
          <p:nvPr/>
        </p:nvSpPr>
        <p:spPr bwMode="auto">
          <a:xfrm>
            <a:off x="3234861" y="5013176"/>
            <a:ext cx="5638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Выполнил: студент Донгак Сенги-Доржу Монгун-оолович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Руководитель: 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Карабаева Раиса Рушановна</a:t>
            </a:r>
          </a:p>
        </p:txBody>
      </p:sp>
      <p:sp>
        <p:nvSpPr>
          <p:cNvPr id="11" name="TextBox 11"/>
          <p:cNvSpPr txBox="1">
            <a:spLocks noChangeArrowheads="1"/>
          </p:cNvSpPr>
          <p:nvPr/>
        </p:nvSpPr>
        <p:spPr bwMode="auto">
          <a:xfrm>
            <a:off x="2930061" y="2828835"/>
            <a:ext cx="62484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36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Разработка приложения по продаже и приготовлению блюд «Мои рецепты»</a:t>
            </a:r>
          </a:p>
        </p:txBody>
      </p:sp>
    </p:spTree>
    <p:extLst>
      <p:ext uri="{BB962C8B-B14F-4D97-AF65-F5344CB8AC3E}">
        <p14:creationId xmlns:p14="http://schemas.microsoft.com/office/powerpoint/2010/main" val="3800541543"/>
      </p:ext>
    </p:extLst>
  </p:cSld>
  <p:clrMapOvr>
    <a:masterClrMapping/>
  </p:clrMapOvr>
  <p:transition spd="slow">
    <p:fade/>
    <p:sndAc>
      <p:endSnd/>
    </p:sndAc>
  </p:transition>
</p:sld>
</file>

<file path=ppt/theme/theme1.xml><?xml version="1.0" encoding="utf-8"?>
<a:theme xmlns:a="http://schemas.openxmlformats.org/drawingml/2006/main" name="Тема1">
  <a:themeElements>
    <a:clrScheme name="1_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303</TotalTime>
  <Words>266</Words>
  <Application>Microsoft Office PowerPoint</Application>
  <PresentationFormat>Экран (4:3)</PresentationFormat>
  <Paragraphs>61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Тема1</vt:lpstr>
      <vt:lpstr>Презентация PowerPoint</vt:lpstr>
      <vt:lpstr>Презентация PowerPoint</vt:lpstr>
      <vt:lpstr>Презентация PowerPoint</vt:lpstr>
      <vt:lpstr>UML –диаграмма прецедентов</vt:lpstr>
      <vt:lpstr>UML –диаграмма последовательности</vt:lpstr>
      <vt:lpstr>UML –диаграмма деятельности</vt:lpstr>
      <vt:lpstr>ER-диаграмма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Vladi</dc:creator>
  <cp:lastModifiedBy>Boss</cp:lastModifiedBy>
  <cp:revision>30</cp:revision>
  <dcterms:created xsi:type="dcterms:W3CDTF">2019-05-06T13:39:34Z</dcterms:created>
  <dcterms:modified xsi:type="dcterms:W3CDTF">2025-01-29T09:26:33Z</dcterms:modified>
</cp:coreProperties>
</file>